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58" r:id="rId7"/>
    <p:sldId id="259" r:id="rId8"/>
    <p:sldId id="266" r:id="rId9"/>
    <p:sldId id="269" r:id="rId10"/>
    <p:sldId id="270" r:id="rId11"/>
    <p:sldId id="271" r:id="rId12"/>
    <p:sldId id="272" r:id="rId13"/>
    <p:sldId id="273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9/26/2025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9/26/2025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9/26/2025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9/26/2025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9/26/2025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9/26/2025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9/26/2025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9/26/2025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9/26/2025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9/26/2025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9/26/2025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9/26/2025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hocolatey.org/instal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khilvatsavaya/bookvoyager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/>
          <a:lstStyle/>
          <a:p>
            <a:r>
              <a:rPr lang="en-US" dirty="0"/>
              <a:t>Track your book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readventure</a:t>
            </a:r>
            <a:endParaRPr lang="en-US" dirty="0"/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Step 1: Install Chocolatey</a:t>
            </a:r>
          </a:p>
          <a:p>
            <a:r>
              <a:rPr lang="en-US" sz="3200" b="1" dirty="0">
                <a:hlinkClick r:id="rId2"/>
              </a:rPr>
              <a:t>https://chocolatey.org/install</a:t>
            </a:r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C5B88CE-744C-DDFA-240F-42B475F28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i="1" dirty="0"/>
              <a:t>Copy the command	</a:t>
            </a:r>
          </a:p>
          <a:p>
            <a:r>
              <a:rPr lang="en-US" sz="2400" i="1" dirty="0"/>
              <a:t>Open </a:t>
            </a:r>
            <a:r>
              <a:rPr lang="en-US" sz="2400" i="1" dirty="0" err="1"/>
              <a:t>powershell</a:t>
            </a:r>
            <a:r>
              <a:rPr lang="en-US" sz="2400" i="1" dirty="0"/>
              <a:t> in admin mode	</a:t>
            </a:r>
          </a:p>
          <a:p>
            <a:r>
              <a:rPr lang="en-US" sz="2400" i="1" dirty="0"/>
              <a:t>Paste the command	- Press Y/A	</a:t>
            </a:r>
          </a:p>
          <a:p>
            <a:r>
              <a:rPr lang="en-US" sz="2400" i="1" dirty="0"/>
              <a:t>Close </a:t>
            </a:r>
            <a:r>
              <a:rPr lang="en-US" sz="2400" i="1" dirty="0" err="1"/>
              <a:t>powershell</a:t>
            </a:r>
            <a:r>
              <a:rPr lang="en-US" sz="2400" i="1" dirty="0"/>
              <a:t> and reopen</a:t>
            </a:r>
            <a:endParaRPr lang="en-IN" sz="2400" i="1" dirty="0"/>
          </a:p>
        </p:txBody>
      </p:sp>
    </p:spTree>
    <p:extLst>
      <p:ext uri="{BB962C8B-B14F-4D97-AF65-F5344CB8AC3E}">
        <p14:creationId xmlns:p14="http://schemas.microsoft.com/office/powerpoint/2010/main" val="401027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C86EC91-5703-93A5-227D-DAA579C78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b="1" dirty="0"/>
              <a:t>Step 2: Install Git</a:t>
            </a:r>
          </a:p>
          <a:p>
            <a:r>
              <a:rPr lang="en-US" sz="2800" b="1" i="1" dirty="0"/>
              <a:t>Open </a:t>
            </a:r>
            <a:r>
              <a:rPr lang="en-US" sz="2800" b="1" i="1" dirty="0" err="1"/>
              <a:t>Powershell</a:t>
            </a:r>
            <a:r>
              <a:rPr lang="en-US" sz="2800" b="1" i="1" dirty="0"/>
              <a:t> as admin</a:t>
            </a:r>
          </a:p>
          <a:p>
            <a:r>
              <a:rPr lang="en-US" sz="2800" b="1" i="1" dirty="0"/>
              <a:t>Command: </a:t>
            </a:r>
            <a:r>
              <a:rPr lang="en-US" sz="2800" b="1" i="1" dirty="0" err="1"/>
              <a:t>choco</a:t>
            </a:r>
            <a:r>
              <a:rPr lang="en-US" sz="2800" b="1" i="1" dirty="0"/>
              <a:t> install git</a:t>
            </a:r>
            <a:endParaRPr lang="en-IN" sz="2800" b="1" i="1" dirty="0"/>
          </a:p>
        </p:txBody>
      </p:sp>
    </p:spTree>
    <p:extLst>
      <p:ext uri="{BB962C8B-B14F-4D97-AF65-F5344CB8AC3E}">
        <p14:creationId xmlns:p14="http://schemas.microsoft.com/office/powerpoint/2010/main" val="285378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 VOYAGER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Tracking your journey through</a:t>
            </a:r>
          </a:p>
          <a:p>
            <a:r>
              <a:rPr lang="en-US" i="1" dirty="0"/>
              <a:t>books—every book you read is</a:t>
            </a:r>
          </a:p>
          <a:p>
            <a:r>
              <a:rPr lang="en-US" i="1" dirty="0"/>
              <a:t>like a new destination</a:t>
            </a:r>
          </a:p>
          <a:p>
            <a:endParaRPr lang="en-US" i="1" dirty="0"/>
          </a:p>
          <a:p>
            <a:endParaRPr lang="en-US" i="1" dirty="0"/>
          </a:p>
          <a:p>
            <a:r>
              <a:rPr lang="en-US" i="1" dirty="0" err="1"/>
              <a:t>BookVoyager</a:t>
            </a:r>
            <a:r>
              <a:rPr lang="en-US" i="1" dirty="0"/>
              <a:t>=the adventurous</a:t>
            </a:r>
          </a:p>
          <a:p>
            <a:r>
              <a:rPr lang="en-US" i="1" dirty="0"/>
              <a:t>identity of a reader who</a:t>
            </a:r>
          </a:p>
          <a:p>
            <a:r>
              <a:rPr lang="en-US" i="1" dirty="0"/>
              <a:t>discovers new worlds through</a:t>
            </a:r>
          </a:p>
          <a:p>
            <a:r>
              <a:rPr lang="en-US" i="1" dirty="0"/>
              <a:t>books</a:t>
            </a:r>
          </a:p>
        </p:txBody>
      </p:sp>
      <p:pic>
        <p:nvPicPr>
          <p:cNvPr id="5" name="Picture Placeholder 4" descr="Close-up of books on shelves with more books blurred in foreground and background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5" r="315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8354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D601F-6216-E3FD-0A81-94E202492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Step 3: Install node or Check if already installed</a:t>
            </a:r>
          </a:p>
          <a:p>
            <a:r>
              <a:rPr lang="en-US" sz="2400" i="1" dirty="0"/>
              <a:t>Open </a:t>
            </a:r>
            <a:r>
              <a:rPr lang="en-US" sz="2400" i="1" dirty="0" err="1"/>
              <a:t>Powershell</a:t>
            </a:r>
            <a:r>
              <a:rPr lang="en-US" sz="2400" i="1" dirty="0"/>
              <a:t> as admin</a:t>
            </a:r>
          </a:p>
          <a:p>
            <a:r>
              <a:rPr lang="en-US" sz="2400" i="1" dirty="0"/>
              <a:t>Command: </a:t>
            </a:r>
            <a:r>
              <a:rPr lang="en-US" sz="2400" i="1" dirty="0" err="1"/>
              <a:t>choco</a:t>
            </a:r>
            <a:r>
              <a:rPr lang="en-US" sz="2400" i="1" dirty="0"/>
              <a:t> install node (for installation)</a:t>
            </a:r>
          </a:p>
          <a:p>
            <a:r>
              <a:rPr lang="en-US" sz="2400" dirty="0"/>
              <a:t>node --version (for checking node version)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46279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3CD20-DF63-6A5B-C2DE-FAD485E23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Step 4: Create </a:t>
            </a:r>
            <a:r>
              <a:rPr lang="en-US" sz="2800" b="1" dirty="0" err="1"/>
              <a:t>github</a:t>
            </a:r>
            <a:r>
              <a:rPr lang="en-US" sz="2800" b="1" dirty="0"/>
              <a:t> account</a:t>
            </a:r>
          </a:p>
          <a:p>
            <a:endParaRPr lang="en-US" sz="2800" b="1" dirty="0"/>
          </a:p>
          <a:p>
            <a:r>
              <a:rPr lang="en-US" sz="2800" b="1" dirty="0"/>
              <a:t>Step 5: Share Usernames for access</a:t>
            </a:r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430618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620E0F0-C287-5037-95B9-F3F2EEAC6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4572000"/>
          </a:xfrm>
        </p:spPr>
        <p:txBody>
          <a:bodyPr>
            <a:normAutofit/>
          </a:bodyPr>
          <a:lstStyle/>
          <a:p>
            <a:r>
              <a:rPr lang="en-US" sz="2800" b="1" dirty="0"/>
              <a:t>Step 6: Clone repo to </a:t>
            </a:r>
            <a:r>
              <a:rPr lang="en-US" sz="2800" b="1" dirty="0" err="1"/>
              <a:t>VSCode</a:t>
            </a:r>
            <a:r>
              <a:rPr lang="en-US" sz="2800" b="1" dirty="0"/>
              <a:t> local</a:t>
            </a:r>
          </a:p>
          <a:p>
            <a:pPr marL="0" indent="0">
              <a:buNone/>
            </a:pPr>
            <a:r>
              <a:rPr lang="en-US" sz="2800" b="1" dirty="0"/>
              <a:t> </a:t>
            </a:r>
            <a:r>
              <a:rPr lang="en-US" sz="2400" i="1" dirty="0"/>
              <a:t>Open </a:t>
            </a:r>
            <a:r>
              <a:rPr lang="en-US" sz="2400" i="1" dirty="0" err="1"/>
              <a:t>VSCode</a:t>
            </a:r>
            <a:endParaRPr lang="en-US" sz="2400" i="1" dirty="0"/>
          </a:p>
          <a:p>
            <a:r>
              <a:rPr lang="en-US" sz="2400" i="1" dirty="0"/>
              <a:t>Select clone from repo</a:t>
            </a:r>
          </a:p>
          <a:p>
            <a:endParaRPr lang="en-US" sz="2800" b="1" dirty="0"/>
          </a:p>
          <a:p>
            <a:r>
              <a:rPr lang="en-US" sz="2800" b="1" dirty="0"/>
              <a:t>Link:</a:t>
            </a:r>
          </a:p>
          <a:p>
            <a:r>
              <a:rPr lang="en-US" sz="2800" b="1" dirty="0">
                <a:hlinkClick r:id="rId2"/>
              </a:rPr>
              <a:t>https://github.com/Akhilvatsavaya/bookvoyager</a:t>
            </a:r>
            <a:endParaRPr lang="en-US" sz="2800" b="1" dirty="0"/>
          </a:p>
          <a:p>
            <a:endParaRPr lang="en-US" sz="2800" b="1" dirty="0"/>
          </a:p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839682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4332AA-04E3-6765-759C-C91C40A26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4572000"/>
          </a:xfrm>
        </p:spPr>
        <p:txBody>
          <a:bodyPr>
            <a:normAutofit/>
          </a:bodyPr>
          <a:lstStyle/>
          <a:p>
            <a:r>
              <a:rPr lang="en-US" sz="2800" b="1" dirty="0"/>
              <a:t>(Continue) Step 7: Open terminal in </a:t>
            </a:r>
            <a:r>
              <a:rPr lang="en-US" sz="2800" b="1" dirty="0" err="1"/>
              <a:t>VSCode</a:t>
            </a:r>
            <a:endParaRPr lang="en-US" sz="2800" b="1" dirty="0"/>
          </a:p>
          <a:p>
            <a:endParaRPr lang="en-US" sz="2800" b="1" dirty="0"/>
          </a:p>
          <a:p>
            <a:r>
              <a:rPr lang="en-US" sz="2800" b="1" dirty="0"/>
              <a:t>Step 8: Run the dev server</a:t>
            </a:r>
          </a:p>
          <a:p>
            <a:r>
              <a:rPr lang="en-US" sz="2800" b="1" dirty="0" err="1"/>
              <a:t>Command:npm</a:t>
            </a:r>
            <a:r>
              <a:rPr lang="en-US" sz="2800" b="1" dirty="0"/>
              <a:t> run dev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045366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0414B-2BE9-8773-11D9-5A5C25C24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Open google chrome and go to localhost:3000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854311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46CE3-9E73-3577-A3FE-D8387297B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i="1" dirty="0" err="1">
                <a:solidFill>
                  <a:schemeClr val="accent3"/>
                </a:solidFill>
              </a:rPr>
              <a:t>BookVoyager</a:t>
            </a:r>
            <a:r>
              <a:rPr lang="en-IN" sz="2800" i="1" dirty="0">
                <a:solidFill>
                  <a:schemeClr val="accent3"/>
                </a:solidFill>
              </a:rPr>
              <a:t> : An adventure created and shared by,</a:t>
            </a:r>
          </a:p>
          <a:p>
            <a:pPr marL="0" indent="0">
              <a:buNone/>
            </a:pPr>
            <a:r>
              <a:rPr lang="en-IN" sz="2800" i="1" dirty="0">
                <a:solidFill>
                  <a:schemeClr val="accent3"/>
                </a:solidFill>
              </a:rPr>
              <a:t>                                                </a:t>
            </a:r>
          </a:p>
          <a:p>
            <a:pPr marL="0" indent="0">
              <a:buNone/>
            </a:pPr>
            <a:r>
              <a:rPr lang="en-IN" sz="2800" i="1" dirty="0">
                <a:solidFill>
                  <a:schemeClr val="accent3"/>
                </a:solidFill>
              </a:rPr>
              <a:t>           ~AISHWARYA KAKARLAPUDI</a:t>
            </a:r>
          </a:p>
          <a:p>
            <a:pPr marL="0" indent="0">
              <a:buNone/>
            </a:pPr>
            <a:r>
              <a:rPr lang="en-IN" sz="2800" i="1" dirty="0">
                <a:solidFill>
                  <a:schemeClr val="accent3"/>
                </a:solidFill>
              </a:rPr>
              <a:t>           ~SAMEEKSHA KAMIREDDY</a:t>
            </a:r>
          </a:p>
          <a:p>
            <a:pPr marL="0" indent="0">
              <a:buNone/>
            </a:pPr>
            <a:r>
              <a:rPr lang="en-IN" sz="2800" i="1" dirty="0">
                <a:solidFill>
                  <a:schemeClr val="accent3"/>
                </a:solidFill>
              </a:rPr>
              <a:t>           ~KAUSHIK GADAM</a:t>
            </a:r>
          </a:p>
          <a:p>
            <a:pPr marL="0" indent="0">
              <a:buNone/>
            </a:pPr>
            <a:r>
              <a:rPr lang="en-IN" sz="2800" i="1" dirty="0">
                <a:solidFill>
                  <a:schemeClr val="accent3"/>
                </a:solidFill>
              </a:rPr>
              <a:t>           ~SUSHEEL KUMAR</a:t>
            </a:r>
          </a:p>
          <a:p>
            <a:pPr marL="0" indent="0">
              <a:buNone/>
            </a:pPr>
            <a:r>
              <a:rPr lang="en-IN" sz="2800" i="1" dirty="0">
                <a:solidFill>
                  <a:schemeClr val="accent3"/>
                </a:solidFill>
              </a:rPr>
              <a:t>           ~GAUTHAM</a:t>
            </a:r>
          </a:p>
        </p:txBody>
      </p:sp>
    </p:spTree>
    <p:extLst>
      <p:ext uri="{BB962C8B-B14F-4D97-AF65-F5344CB8AC3E}">
        <p14:creationId xmlns:p14="http://schemas.microsoft.com/office/powerpoint/2010/main" val="70517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39</TotalTime>
  <Words>250</Words>
  <Application>Microsoft Office PowerPoint</Application>
  <PresentationFormat>Widescreen</PresentationFormat>
  <Paragraphs>48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Euphemia</vt:lpstr>
      <vt:lpstr>Plantagenet Cherokee</vt:lpstr>
      <vt:lpstr>Wingdings</vt:lpstr>
      <vt:lpstr>Academic Literature 16x9</vt:lpstr>
      <vt:lpstr>Track your book       readventure</vt:lpstr>
      <vt:lpstr>PowerPoint Presentation</vt:lpstr>
      <vt:lpstr>PowerPoint Presentation</vt:lpstr>
      <vt:lpstr>PowerPoint Presentation</vt:lpstr>
      <vt:lpstr>BOOK VOYAGER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aishwaryakakarlapudi07@gmail.com</dc:creator>
  <cp:lastModifiedBy>aishwaryakakarlapudi07@gmail.com</cp:lastModifiedBy>
  <cp:revision>1</cp:revision>
  <dcterms:created xsi:type="dcterms:W3CDTF">2025-09-26T13:07:16Z</dcterms:created>
  <dcterms:modified xsi:type="dcterms:W3CDTF">2025-09-26T13:46:59Z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